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intergartenduesseldorf40213.wordpress.com/2026/10/10/sommerlicher-komfort-im-wintergarten-jenseits-des-sonnenschutze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https://wintergartenduesseldorf40213.wordpress.com/2026/10/10/sommerlicher-komfort-im-wintergarten-jenseits-des-sonnenschutzes/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